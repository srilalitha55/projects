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3E95-6FD2-DDE3-6871-2692ADB21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5B395-AE9F-527B-7D92-3B46C9C19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EDF98-EABB-D9FC-D3DC-5B7C4951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78394-8555-4385-18AC-FEC29216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935CD-C129-4469-7B83-F297FD53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02B9-5CCA-816B-37B5-410D43C2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EA2E-C3A1-F431-34F4-DCE12B0D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F1813-3D80-EBE7-C0CB-15012224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CC7B1-D24D-24FD-5051-736FF4F6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0E23A-481C-275A-637B-794994F1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37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5B05-F877-355A-1B9E-EDEFF8236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D8EE9-9194-5877-41FF-00B53AA0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D2792-177C-3729-CA6C-605CC413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60FEC-E66C-7748-1008-B5EEE5EB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8FCF7-D93D-E07E-6824-C4DD3996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205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ACD1-156C-40CF-6B3B-54A5B872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02381-56F0-033C-0307-7D66E5847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45452-71BB-C75D-2697-3CAD1C331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3331E-BB0B-FEDD-E57C-FF620985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7D097-C2DA-6323-0F5D-0E1387BF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7199D-3E7D-FD08-DE33-135246A9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519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DC45-E155-401E-72D2-795164A5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6D764-09F5-116D-C53F-010EEF94E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61BDF-27DF-FD68-07FD-F60C55C94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33E84-81A3-9258-CDC8-B9E8BA8AA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E548E-CB1D-7743-7839-C45D9C909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F0509-2D8E-3339-07B9-43399A80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02FD8-B2B1-8DC1-8D7A-7E891AAB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991B3-475B-330A-778C-EDF1708B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39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7F086-9C29-A952-19E4-F34748C7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88CB6F-BFB9-9905-AEFA-C424FAE4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093F-7124-EB26-5C4D-DC6FCDF0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15CB4-C75A-64D6-CBED-817B3879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11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11519-9218-847E-517E-6E227929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DE519-EE0C-195B-8FCF-4218255C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09BBB-C222-FF4F-F8D4-A79DDC54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66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F8C0-8EFF-DD2E-FAAF-DE7C8C472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499FF-7049-5D7D-7065-0CB8F6EAF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FCF25-DE34-705C-2513-F27234A51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8B01-D1ED-063A-D35C-4FA41094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966BD-6340-F18C-B3E8-A0A066DA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3C9D2-4583-7BEA-BD9A-5E11720D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97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F596-6E58-F49A-F1E7-493788C20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6EBAF-7075-FF53-10B2-4CB48D57A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88579-5541-D460-9CA5-F434F742F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F216D-1653-74C1-9C5F-1DA4ADE1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0DD1B-9F63-EC2E-29A8-A8BFD887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BA826-49A9-B5A6-02FF-C6413920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76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A3E8-84A1-DDF8-981B-34F2CB84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65647-75D0-4AA5-6829-EB28F7BEB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73110-1965-2837-8AD5-272BE885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44D2F-E661-4B62-A096-CAEF49C3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604AD-1985-87F3-D370-3D275639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59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B3312-739A-9039-197D-8BDAFFD82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366AA-CBC3-D4EF-97C2-0C5F993D4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EDA48-0DEF-D60E-4FAF-9924A93E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CF48-1C37-7857-DABA-6FA4DD03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82076-43C1-F94D-EC99-C2C230C0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410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AB6A8-9BFB-B820-E814-A3E2F6B0D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4A172-15EA-A562-0E18-2EC32A920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54D90-591E-EE5D-C91A-736EBADAE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5B955-48A0-4419-85D5-AC4243AFF6A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DA358-63B0-E44D-F552-075F5AA4B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8A075-3BBE-5C25-6E62-F306B2905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46E73-BECA-4355-A690-1F5389B11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9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B990-9074-DBFE-9582-7DC7938E6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9368"/>
            <a:ext cx="9144000" cy="2219632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Mitron Bank Credit Card Strategy: Customer Spending Analysis &amp; Business Insights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7D157-66D8-339C-397C-B6C3448E0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828800"/>
          </a:xfrm>
        </p:spPr>
        <p:txBody>
          <a:bodyPr>
            <a:normAutofit/>
          </a:bodyPr>
          <a:lstStyle/>
          <a:p>
            <a:pPr lvl="0" algn="r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defRPr/>
            </a:pPr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lvl="0" algn="r" defTabSz="45720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defRPr/>
            </a:pPr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     G R S S SRI LALITHA</a:t>
            </a:r>
            <a:endParaRPr lang="en-IN" sz="2000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EFE56B5-25E8-464E-2117-27BCF34DBA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26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165"/>
    </mc:Choice>
    <mc:Fallback>
      <p:transition spd="slow" advTm="251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1127A-1D71-6B05-CAB0-F7BF6D61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7585E-BB93-9056-ADAD-ECEB66278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A2F3D71E-AD77-38F6-A564-504A266A24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3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190"/>
    </mc:Choice>
    <mc:Fallback>
      <p:transition spd="slow" advTm="471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8AFF21-E0EA-A2B6-7B1A-8E4A3C4DA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14050E22-B2F3-0A31-0EC2-04DED95C5A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65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504"/>
    </mc:Choice>
    <mc:Fallback>
      <p:transition spd="slow" advTm="625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D11679-CA27-5751-BDB9-2989AC155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9EF35805-06BD-192F-C0B7-6B5972E284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53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228"/>
    </mc:Choice>
    <mc:Fallback>
      <p:transition spd="slow" advTm="41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DC09AD-952D-2D01-026B-E0EE444F0E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9EBBCD14-4461-C164-2E03-D6E3744AE4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2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344"/>
    </mc:Choice>
    <mc:Fallback>
      <p:transition spd="slow" advTm="583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07CE-A03D-84F9-7555-0058635F7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B3D72CFD-54F0-5195-DF49-347FB683A9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53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37"/>
    </mc:Choice>
    <mc:Fallback>
      <p:transition spd="slow" advTm="93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30</Words>
  <Application>Microsoft Office PowerPoint</Application>
  <PresentationFormat>Widescreen</PresentationFormat>
  <Paragraphs>4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Mitron Bank Credit Card Strategy: Customer Spending Analysis &amp; Business Insights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R S S SRI LALITHA</dc:creator>
  <cp:lastModifiedBy>G R S S SRI LALITHA</cp:lastModifiedBy>
  <cp:revision>42</cp:revision>
  <dcterms:created xsi:type="dcterms:W3CDTF">2026-03-28T06:05:21Z</dcterms:created>
  <dcterms:modified xsi:type="dcterms:W3CDTF">2026-04-06T05:31:43Z</dcterms:modified>
</cp:coreProperties>
</file>
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60" r:id="rId3"/>
    <p:sldId id="261" r:id="rId4"/>
    <p:sldId id="262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0AB74-EAA0-4318-A1CC-61DFBCBAB0E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BF108F-FF85-4812-B318-0A1600CF4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58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F108F-FF85-4812-B318-0A1600CF48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701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66E4-4494-3C89-0AB3-E033A5E15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8B11FE-F1ED-2DDE-C9FB-26FF8243E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A7C6C-A745-DD22-0DF7-9DBD9A7F4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9A88-0272-4432-B668-E787E5F44A9A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E59C0-0CE6-BD71-9D58-E3D4BE1C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0F5C5-3689-6921-70B7-7843F3EE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5C872-ED0C-4A47-854D-5047F417E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319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CD1E-AA08-4A5F-25B4-BC7E1254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F81B7-29E3-FBAA-9050-7C2226079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E5A06-0118-C518-27E7-10B47E1C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9A88-0272-4432-B668-E787E5F44A9A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503D2-B303-2432-97C2-E25CB0061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DE5DC-112A-33B0-EF39-D6711950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5C872-ED0C-4A47-854D-5047F417E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961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21F3-20E4-8883-2164-6D68BEDBC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37E08-C1A9-D860-A5E4-DDBA47537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7B519-0DD8-0292-739C-37BD6FEBB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9A88-0272-4432-B668-E787E5F44A9A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E8325-6743-493D-EAD7-1DF918A82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4E9DA-910C-991C-2BEB-5469C55E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5C872-ED0C-4A47-854D-5047F417E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536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C828-3F3C-B21B-D67C-B8293BAC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C01EE-7FE8-BC9A-24A1-CCF014F073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85D07-3827-CED5-30A0-FE1E6CBFA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A5243-B6D0-3D14-C028-52B7425E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9A88-0272-4432-B668-E787E5F44A9A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0F76D-0E14-569F-E96B-761CDC9A7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6D12B-C519-EB76-F884-205FBB92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5C872-ED0C-4A47-854D-5047F417E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767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A9E6-6FC2-55ED-4950-61D89F2FA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CD746-2E1A-D027-49CB-9AF6C5A03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5C28D-E7F5-5083-A231-B5793E847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87730-8188-FDD2-052D-3CF072E3A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FAE1F-6ADA-D616-8EE9-E68679726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765D39-5E1C-B4B9-64D5-BC051CF20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9A88-0272-4432-B668-E787E5F44A9A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7DCEA7-463C-483C-F410-37883845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0A5B58-1B0D-D6B2-0AB3-A72F6F81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5C872-ED0C-4A47-854D-5047F417E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40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1398-20F3-D5EB-DD59-E724FF37E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083188-F866-F3F4-B8A3-E70132FB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9A88-0272-4432-B668-E787E5F44A9A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7DFE64-DD6E-ECD4-2BAE-49F04C51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AD201-0191-CABE-8458-D6BEA2A9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5C872-ED0C-4A47-854D-5047F417E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02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0F26B-DD9F-9836-1B28-903EF228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9A88-0272-4432-B668-E787E5F44A9A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D8D35-FB12-4BBF-EB7B-98FAD926B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7A215-7345-F6FB-B386-AD49BCD6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5C872-ED0C-4A47-854D-5047F417E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66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043CD-5B53-1806-8E71-B3DF8A092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26175-2BE4-5EB2-C9EF-D2C626E65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6C163-0FDE-E1A4-FA86-B3D6D675F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D355B-6FC8-BD57-6643-EA935F03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9A88-0272-4432-B668-E787E5F44A9A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E7036-0847-4C9F-E28C-4A39C2C8A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E5483-4099-FC3A-E7E6-74E64BD1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5C872-ED0C-4A47-854D-5047F417E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332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D66F-CCF6-CAA7-8625-8D6AD3EE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03516-6764-0658-557C-D6691F6559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99D22-2230-66E8-F4D0-F8CD52F77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368B7-75DD-BD1B-1E66-F22D06421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9A88-0272-4432-B668-E787E5F44A9A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0E68D-D5F5-4F01-D080-7662D449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6A4C5-34AC-1E2F-E6AA-F7C4335B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5C872-ED0C-4A47-854D-5047F417E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50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F76E-28F3-D1D0-FEAE-08FE6C6EB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6AC3-5D3E-ED8A-E045-A2568A664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AA79C-7E1E-0C8A-A676-9544E5857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9A88-0272-4432-B668-E787E5F44A9A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7747F-1683-79CA-58E5-08C523268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9D501-DCE7-DB58-CEBF-F8BFA4EA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5C872-ED0C-4A47-854D-5047F417E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97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CDA0E-D1A0-466C-6F31-F4D1FF91F5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8562B-5055-CC98-15B8-50152A610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2BFCC-086F-C422-7F0B-E242D86D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9A88-0272-4432-B668-E787E5F44A9A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5438F-720A-3BD3-450C-E5AF8E64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D55C4-3E8C-20AB-E129-C586ECAE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5C872-ED0C-4A47-854D-5047F417E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300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F827D-992F-FD3F-551B-4989A129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D02A5-8784-DB0D-BE21-5112C8FE0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52F8D-6FAA-C994-9BAA-76EB47265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89A88-0272-4432-B668-E787E5F44A9A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F4C52-84E7-5562-9E59-D1EED145C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67DAE-8D66-EEAA-E7E5-BA7285827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5C872-ED0C-4A47-854D-5047F417E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167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C7253-1E0B-0AC6-35EC-F0FC508DC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7290"/>
            <a:ext cx="9144000" cy="1160207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Business Performance Dashboard – Shield Insurance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2A7FE-3B7C-A2FB-84E6-4C81EA80C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828800"/>
          </a:xfrm>
        </p:spPr>
        <p:txBody>
          <a:bodyPr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			   G R S S SRI LALITHA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440FE174-83DE-377B-83BF-E100A11F20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7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546"/>
    </mc:Choice>
    <mc:Fallback xmlns="">
      <p:transition spd="slow" advTm="255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AA7045-970A-AE8F-83BC-8C471996C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56535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0914B0-4DC4-B78A-FEF4-26BBA0E25445}"/>
              </a:ext>
            </a:extLst>
          </p:cNvPr>
          <p:cNvSpPr txBox="1"/>
          <p:nvPr/>
        </p:nvSpPr>
        <p:spPr>
          <a:xfrm>
            <a:off x="68826" y="5742038"/>
            <a:ext cx="12123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 : </a:t>
            </a:r>
          </a:p>
          <a:p>
            <a:r>
              <a:rPr lang="en-US" b="1" dirty="0"/>
              <a:t>• Revenue peaked in March 2023 reaching 264M.</a:t>
            </a:r>
          </a:p>
          <a:p>
            <a:r>
              <a:rPr lang="en-US" b="1" dirty="0"/>
              <a:t>• Customer growth also increased significantly in March.</a:t>
            </a:r>
            <a:endParaRPr lang="en-IN" b="1"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5E50FAC4-792C-D7AA-999A-3ED5A34A31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12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839"/>
    </mc:Choice>
    <mc:Fallback>
      <p:transition spd="slow" advTm="578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0FC29-2CED-A0C9-1BB1-EC777D2B0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7419BC-0B98-80D6-4662-7654622FA9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420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3860C8-EB75-F2FC-1034-2BEAEB1C8390}"/>
              </a:ext>
            </a:extLst>
          </p:cNvPr>
          <p:cNvSpPr txBox="1"/>
          <p:nvPr/>
        </p:nvSpPr>
        <p:spPr>
          <a:xfrm>
            <a:off x="68826" y="5742038"/>
            <a:ext cx="12123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 : </a:t>
            </a:r>
          </a:p>
          <a:p>
            <a:r>
              <a:rPr lang="en-US" b="1" dirty="0"/>
              <a:t>• Offline Agent channel generates the highest revenue (551M).</a:t>
            </a:r>
          </a:p>
          <a:p>
            <a:r>
              <a:rPr lang="en-US" b="1" dirty="0"/>
              <a:t>• Online channels contribute lower revenue but steady customer acquisition.</a:t>
            </a:r>
            <a:endParaRPr lang="en-IN" b="1"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8EACF21B-1E63-9920-A5F9-0A6DBC5866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97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6696"/>
    </mc:Choice>
    <mc:Fallback>
      <p:transition spd="slow" advTm="866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6B7E1-ED15-10BE-9897-E94483B1B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497468-4C34-458E-C160-77FE7A497831}"/>
              </a:ext>
            </a:extLst>
          </p:cNvPr>
          <p:cNvSpPr txBox="1"/>
          <p:nvPr/>
        </p:nvSpPr>
        <p:spPr>
          <a:xfrm>
            <a:off x="68826" y="5742038"/>
            <a:ext cx="12123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 : </a:t>
            </a:r>
          </a:p>
          <a:p>
            <a:r>
              <a:rPr lang="en-US" b="1" dirty="0"/>
              <a:t>• Customers aged 36–45 generate the highest revenue (330M).</a:t>
            </a:r>
          </a:p>
          <a:p>
            <a:r>
              <a:rPr lang="en-US" b="1" dirty="0"/>
              <a:t>• Younger customers (18–25) contribute the lowest revenue.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261204-926A-0346-D786-DC916E564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42038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7D8EACE8-2AFF-F58F-159D-A75D542C00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580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2170"/>
    </mc:Choice>
    <mc:Fallback>
      <p:transition spd="slow" advTm="921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07CE-A03D-84F9-7555-0058635F79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34CDE03B-219E-D5D3-A502-CA37861E20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5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18"/>
    </mc:Choice>
    <mc:Fallback xmlns="">
      <p:transition spd="slow" advTm="321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97</Words>
  <Application>Microsoft Office PowerPoint</Application>
  <PresentationFormat>Widescreen</PresentationFormat>
  <Paragraphs>14</Paragraphs>
  <Slides>5</Slides>
  <Notes>1</Notes>
  <HiddenSlides>0</HiddenSlides>
  <MMClips>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Executive Business Performance Dashboard – Shield Insurance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R S S SRI LALITHA</dc:creator>
  <cp:lastModifiedBy>G R S S SRI LALITHA</cp:lastModifiedBy>
  <cp:revision>60</cp:revision>
  <dcterms:created xsi:type="dcterms:W3CDTF">2026-02-14T06:56:41Z</dcterms:created>
  <dcterms:modified xsi:type="dcterms:W3CDTF">2026-03-07T09:15:01Z</dcterms:modified>
</cp:coreProperties>
</file>